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SenHAT: Sentinel-2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6994"/>
                </a:solidFill>
                <a:latin typeface="Calibri"/>
              </a:rPr>
              <a:t>A simple two-phase approach to accurate and sharp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Aayush Kharbanda  |  Meeting with Dr. Mishra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Sentinel-2 gives useful data, but some bands are lower resolution (20 m) than others (10 m).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We want one sharp 10 m map that keeps correct colours and vegetation signals.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If the model invents fake edges or wrong band relationships, the map is not scientifically usable.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What is SenHAT?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SenHAT combines sharp 10 m geometry with richer 20 m spectral information.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A transformer backbone looks at larger context (fields, rivers, roads) — not just tiny patches.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Output: an 8-band super-resolved image that matches real Sentinel/VENµS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Why train in two phases?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Phase 1 — Fidelity first: teach the model to get the right pixels, bands, and vegetation index.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Phase 2 — Sharpness second: add perceptual sharpening only after the base map is trustworthy.</a:t>
            </a:r>
          </a:p>
          <a:p>
            <a:pPr>
              <a:spcAft>
                <a:spcPts val="1800"/>
              </a:spcAft>
              <a:defRPr sz="2100">
                <a:solidFill>
                  <a:srgbClr val="323232"/>
                </a:solidFill>
                <a:latin typeface="Calibri"/>
              </a:defRPr>
            </a:pPr>
            <a:r>
              <a:t>This order reduces hallucination: we sharpen real structure, not invent fake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Phase 1: Fidelity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2E7D5A"/>
                </a:solidFill>
                <a:latin typeface="Calibri"/>
              </a:rPr>
              <a:t>Current Narval run (no adversarial training 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Losses: pixel (L1), content (VGG), artifact map (LDL), vegetation index (NDI).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Discriminator is off — we are not chasing “pretty” textures yet.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Success looks like: stable training, correct band mixing, boundaries that do not bleed.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Phase 2: Controlled Sharpening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45C26"/>
                </a:solidFill>
                <a:latin typeface="Calibri"/>
              </a:rPr>
              <a:t>After fidelity weights are extracted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Turn on adversarial + MS-SSIM to recover fine edges (roads, tree lines, field boundaries).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Keep NDVI and spectral constraints active so sharpening does not break physics.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Same SenHAT model — only the training objective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Two-Phase Training Pipeline</a:t>
            </a:r>
          </a:p>
        </p:txBody>
      </p:sp>
      <p:pic>
        <p:nvPicPr>
          <p:cNvPr id="3" name="Picture 2" descr="senhat_two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47120" cy="4815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D5C"/>
                </a:solidFill>
                <a:latin typeface="Calibri"/>
              </a:rPr>
              <a:t>Where we are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Phase 1 fidelity training is running on Narval (A100, staged data on node SSD).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Early signs: model learning structure; SSIM around 0.71 in initial checks.</a:t>
            </a:r>
          </a:p>
          <a:p>
            <a:pPr>
              <a:spcAft>
                <a:spcPts val="1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Next: pick best Phase 1 checkpoint → run Phase 2 sharpening → compare baselines for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